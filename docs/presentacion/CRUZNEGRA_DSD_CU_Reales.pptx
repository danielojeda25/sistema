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920240"/>
            <a:ext cx="12188952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CRUZNEGRA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0" y="2926080"/>
            <a:ext cx="121889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B87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DSD y Casos de Uso Reales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0" y="365760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Sistema de Gestión Interna · Laravel 12 · Capturas de septiembre 2026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DSD 1 · El PM crea un proyecto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create() carga clientes y usuarios · store(req) valida los datos · Proyecto::create(data) persiste y redirige con mensaje success</a:t>
            </a:r>
            <a:endParaRPr lang="en-US" sz="1400" dirty="0"/>
          </a:p>
        </p:txBody>
      </p:sp>
      <p:pic>
        <p:nvPicPr>
          <p:cNvPr id="4" name="Image 0" descr="C:\laragon\www\sistema\docs\dsd\png-hd\01_pm_crea_proyect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8538" y="1280160"/>
            <a:ext cx="8151876" cy="51206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64739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Diseño detallado — generado con PlantUML desde el código real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DSD 2 · El Programador consulta tareas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index() con visiblePara, filtros y paginación (15) · show(t) por Route Model Binding · 403 si puedeVer falla</a:t>
            </a:r>
            <a:endParaRPr lang="en-US" sz="1400" dirty="0"/>
          </a:p>
        </p:txBody>
      </p:sp>
      <p:pic>
        <p:nvPicPr>
          <p:cNvPr id="4" name="Image 0" descr="C:\laragon\www\sistema\docs\dsd\png-hd\02_programador_ve_tare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23024" y="1280160"/>
            <a:ext cx="5342905" cy="51206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64739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Diseño detallado — generado con PlantUML desde el código real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DSD 3 · Edición de tarea desde el tablero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PATCH AJAX con JSON · 422 con errores / 200 con la tarea · el JS mueve la tarjeta sin recargar</a:t>
            </a:r>
            <a:endParaRPr lang="en-US" sz="1400" dirty="0"/>
          </a:p>
        </p:txBody>
      </p:sp>
      <p:pic>
        <p:nvPicPr>
          <p:cNvPr id="4" name="Image 0" descr="C:\laragon\www\sistema\docs\dsd\png-hd\03_edita_tarea_table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90622" y="1280160"/>
            <a:ext cx="6807708" cy="51206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64739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Diseño detallado — generado con PlantUML desde el código real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DSD 4 · El PM elimina una tarea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DELETE AJAX · confirmación con modal propio · 200 {ok:true} y la tarjeta desaparece</a:t>
            </a:r>
            <a:endParaRPr lang="en-US" sz="1400" dirty="0"/>
          </a:p>
        </p:txBody>
      </p:sp>
      <p:pic>
        <p:nvPicPr>
          <p:cNvPr id="4" name="Image 0" descr="C:\laragon\www\sistema\docs\dsd\png-hd\04_pm_elimina_tare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02033" y="1280160"/>
            <a:ext cx="9384887" cy="51206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64739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Diseño detallado — generado con PlantUML desde el código real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DSD 5 · El Jefe aprueba una solicitud de cambio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update(req, s) fija estado = aprobada · enum pendiente | aprobada | rechazada · redirect con success</a:t>
            </a:r>
            <a:endParaRPr lang="en-US" sz="1400" dirty="0"/>
          </a:p>
        </p:txBody>
      </p:sp>
      <p:pic>
        <p:nvPicPr>
          <p:cNvPr id="4" name="Image 0" descr="C:\laragon\www\sistema\docs\dsd\png-hd\05_jefe_aprueba_solicitu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73185" y="1280160"/>
            <a:ext cx="7642583" cy="51206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64739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Diseño detallado — generado con PlantUML desde el código real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DSD 6 · El PO gestiona los entregables IA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update(req, e) acepta borrador | revisado | aprobado · redirect al listado con success</a:t>
            </a:r>
            <a:endParaRPr lang="en-US" sz="1400" dirty="0"/>
          </a:p>
        </p:txBody>
      </p:sp>
      <p:pic>
        <p:nvPicPr>
          <p:cNvPr id="4" name="Image 0" descr="C:\laragon\www\sistema\docs\dsd\png-hd\06_po_gestiona_entregabl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96941" y="1280160"/>
            <a:ext cx="6395070" cy="51206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64739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Diseño detallado — generado con PlantUML desde el código real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2743200"/>
            <a:ext cx="121889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Casos de uso reales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0" y="356616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B87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Los mismos CU ejecutados en la web real, paso a paso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 Real 1 · El PM crea un proyecto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Listado → modal de creación → formulario completo → guardado con mensaje de éxito</a:t>
            </a:r>
            <a:endParaRPr lang="en-US" sz="1400" dirty="0"/>
          </a:p>
        </p:txBody>
      </p:sp>
      <p:pic>
        <p:nvPicPr>
          <p:cNvPr id="4" name="Image 0" descr="C:\laragon\www\sistema\docs\cu-reales\png\cu1_pas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61234" y="1234440"/>
            <a:ext cx="2666483" cy="5074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64739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Capturas reales de localhost:8000 — cada número corresponde a un mensaje del DSD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 Real 2 · El Programador consulta tareas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Listado con relaciones → filtro por estado Pendiente → ficha de detalle</a:t>
            </a:r>
            <a:endParaRPr lang="en-US" sz="1400" dirty="0"/>
          </a:p>
        </p:txBody>
      </p:sp>
      <p:pic>
        <p:nvPicPr>
          <p:cNvPr id="4" name="Image 0" descr="C:\laragon\www\sistema\docs\cu-reales\png\cu2_pas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46448" y="1234440"/>
            <a:ext cx="3496056" cy="5074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64739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Capturas reales de localhost:8000 — cada número corresponde a un mensaje del DSD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 Real 3 · Edición desde el tablero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Tarjeta → cambio de estado a En progreso → tarjeta movida por AJAX</a:t>
            </a:r>
            <a:endParaRPr lang="en-US" sz="1400" dirty="0"/>
          </a:p>
        </p:txBody>
      </p:sp>
      <p:pic>
        <p:nvPicPr>
          <p:cNvPr id="4" name="Image 0" descr="C:\laragon\www\sistema\docs\cu-reales\png\cu3_pas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46448" y="1234440"/>
            <a:ext cx="3496056" cy="5074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64739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Capturas reales de localhost:8000 — cada número corresponde a un mensaje del DSD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 Real 4 · Eliminación de tarea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Tablero → modal de edición → confirmación propia → tarjeta eliminada</a:t>
            </a:r>
            <a:endParaRPr lang="en-US" sz="1400" dirty="0"/>
          </a:p>
        </p:txBody>
      </p:sp>
      <p:pic>
        <p:nvPicPr>
          <p:cNvPr id="4" name="Image 0" descr="C:\laragon\www\sistema\docs\cu-reales\png\cu4_pas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61234" y="1234440"/>
            <a:ext cx="2666483" cy="5074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64739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Capturas reales de localhost:8000 — cada número corresponde a un mensaje del DSD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 Real 5 · Aprobación de una solicitud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Listado → modal Aprobada → flash de éxito y fila actualizada</a:t>
            </a:r>
            <a:endParaRPr lang="en-US" sz="1400" dirty="0"/>
          </a:p>
        </p:txBody>
      </p:sp>
      <p:pic>
        <p:nvPicPr>
          <p:cNvPr id="4" name="Image 0" descr="C:\laragon\www\sistema\docs\cu-reales\png\cu5_pas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46448" y="1234440"/>
            <a:ext cx="3496056" cy="5074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64739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Capturas reales de localhost:8000 — cada número corresponde a un mensaje del DSD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 Real 6 · Gestión de entregables IA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Listado → modal Aprobado → listado actualizado</a:t>
            </a:r>
            <a:endParaRPr lang="en-US" sz="1400" dirty="0"/>
          </a:p>
        </p:txBody>
      </p:sp>
      <p:pic>
        <p:nvPicPr>
          <p:cNvPr id="4" name="Image 0" descr="C:\laragon\www\sistema\docs\cu-reales\png\cu6_pas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46448" y="1234440"/>
            <a:ext cx="3496056" cy="5074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64739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Capturas reales de localhost:8000 — cada número corresponde a un mensaje del DSD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2743200"/>
            <a:ext cx="121889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Gracias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0" y="365760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github.com/DanielOjeda25/sistema · localhost:8000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CRUZNEGRA — DSD y Casos de Uso Reales</dc:title>
  <dc:subject>PptxGenJS Presentation</dc:subject>
  <dc:creator>Equipo CRUZNEGRA</dc:creator>
  <cp:lastModifiedBy>Equipo CRUZNEGRA</cp:lastModifiedBy>
  <cp:revision>1</cp:revision>
  <dcterms:created xsi:type="dcterms:W3CDTF">2026-09-14T22:34:41Z</dcterms:created>
  <dcterms:modified xsi:type="dcterms:W3CDTF">2026-09-14T22:34:41Z</dcterms:modified>
</cp:coreProperties>
</file>